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06B96-FB7A-4B06-8B75-52484EE9B566}" type="datetimeFigureOut">
              <a:rPr lang="en-US" smtClean="0"/>
              <a:t>8/18/2019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5BDEB-EFF9-471C-AC01-AEA9A27B866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Elbow Connector 23"/>
          <p:cNvCxnSpPr/>
          <p:nvPr/>
        </p:nvCxnSpPr>
        <p:spPr>
          <a:xfrm>
            <a:off x="6324600" y="1447800"/>
            <a:ext cx="914400" cy="9144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685800"/>
            <a:ext cx="838200" cy="1752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Client 1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9800" y="685800"/>
            <a:ext cx="838200" cy="5562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800" b="1" dirty="0" smtClean="0">
                <a:solidFill>
                  <a:schemeClr val="accent4"/>
                </a:solidFill>
              </a:rPr>
              <a:t>Load Balancer</a:t>
            </a:r>
            <a:endParaRPr lang="en-US" sz="2800" b="1" dirty="0">
              <a:solidFill>
                <a:schemeClr val="accent4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62600" y="685800"/>
            <a:ext cx="838200" cy="1752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App Server 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0" y="685800"/>
            <a:ext cx="838200" cy="5562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Web Server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Notched Right Arrow 12"/>
          <p:cNvSpPr/>
          <p:nvPr/>
        </p:nvSpPr>
        <p:spPr>
          <a:xfrm>
            <a:off x="1295400" y="14478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Notched Right Arrow 13"/>
          <p:cNvSpPr/>
          <p:nvPr/>
        </p:nvSpPr>
        <p:spPr>
          <a:xfrm>
            <a:off x="1295400" y="32766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Notched Right Arrow 14"/>
          <p:cNvSpPr/>
          <p:nvPr/>
        </p:nvSpPr>
        <p:spPr>
          <a:xfrm>
            <a:off x="1295400" y="49530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Notched Right Arrow 15"/>
          <p:cNvSpPr/>
          <p:nvPr/>
        </p:nvSpPr>
        <p:spPr>
          <a:xfrm>
            <a:off x="3048000" y="14478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Notched Right Arrow 16"/>
          <p:cNvSpPr/>
          <p:nvPr/>
        </p:nvSpPr>
        <p:spPr>
          <a:xfrm>
            <a:off x="3048000" y="32004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Notched Right Arrow 17"/>
          <p:cNvSpPr/>
          <p:nvPr/>
        </p:nvSpPr>
        <p:spPr>
          <a:xfrm>
            <a:off x="3048000" y="49530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Notched Right Arrow 18"/>
          <p:cNvSpPr/>
          <p:nvPr/>
        </p:nvSpPr>
        <p:spPr>
          <a:xfrm>
            <a:off x="4648200" y="13716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Elbow Connector 24"/>
          <p:cNvCxnSpPr/>
          <p:nvPr/>
        </p:nvCxnSpPr>
        <p:spPr>
          <a:xfrm flipV="1">
            <a:off x="6400800" y="4724400"/>
            <a:ext cx="838200" cy="7620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Magnetic Disk 34"/>
          <p:cNvSpPr/>
          <p:nvPr/>
        </p:nvSpPr>
        <p:spPr>
          <a:xfrm>
            <a:off x="7239000" y="1524000"/>
            <a:ext cx="1600200" cy="3733800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Database</a:t>
            </a:r>
            <a:endParaRPr lang="en-US" dirty="0"/>
          </a:p>
        </p:txBody>
      </p:sp>
      <p:cxnSp>
        <p:nvCxnSpPr>
          <p:cNvPr id="37" name="Straight Arrow Connector 36"/>
          <p:cNvCxnSpPr>
            <a:endCxn id="35" idx="2"/>
          </p:cNvCxnSpPr>
          <p:nvPr/>
        </p:nvCxnSpPr>
        <p:spPr>
          <a:xfrm>
            <a:off x="6400800" y="3390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57200" y="2590800"/>
            <a:ext cx="838200" cy="1752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Client 2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7200" y="4495800"/>
            <a:ext cx="838200" cy="1752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chemeClr val="tx2"/>
                </a:solidFill>
              </a:rPr>
              <a:t>Client 3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562600" y="2590800"/>
            <a:ext cx="838200" cy="1752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App Server 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562600" y="4495800"/>
            <a:ext cx="838200" cy="1752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App Server 3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0" name="Notched Right Arrow 19"/>
          <p:cNvSpPr/>
          <p:nvPr/>
        </p:nvSpPr>
        <p:spPr>
          <a:xfrm>
            <a:off x="4648200" y="32004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Notched Right Arrow 20"/>
          <p:cNvSpPr/>
          <p:nvPr/>
        </p:nvSpPr>
        <p:spPr>
          <a:xfrm>
            <a:off x="4648200" y="49530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ounded Rectangle 87"/>
          <p:cNvSpPr/>
          <p:nvPr/>
        </p:nvSpPr>
        <p:spPr>
          <a:xfrm>
            <a:off x="1828800" y="4572000"/>
            <a:ext cx="2057400" cy="2057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ounded Rectangle 86"/>
          <p:cNvSpPr/>
          <p:nvPr/>
        </p:nvSpPr>
        <p:spPr>
          <a:xfrm>
            <a:off x="1828800" y="2438400"/>
            <a:ext cx="2057400" cy="2057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/>
          <p:cNvSpPr/>
          <p:nvPr/>
        </p:nvSpPr>
        <p:spPr>
          <a:xfrm>
            <a:off x="1828800" y="304800"/>
            <a:ext cx="2057400" cy="2057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Elbow Connector 23"/>
          <p:cNvCxnSpPr/>
          <p:nvPr/>
        </p:nvCxnSpPr>
        <p:spPr>
          <a:xfrm>
            <a:off x="4724400" y="1371600"/>
            <a:ext cx="2438400" cy="838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62000" y="457200"/>
            <a:ext cx="838200" cy="1752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App Server 1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25" name="Elbow Connector 24"/>
          <p:cNvCxnSpPr/>
          <p:nvPr/>
        </p:nvCxnSpPr>
        <p:spPr>
          <a:xfrm flipV="1">
            <a:off x="4724400" y="4722056"/>
            <a:ext cx="2438400" cy="838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Magnetic Disk 34"/>
          <p:cNvSpPr/>
          <p:nvPr/>
        </p:nvSpPr>
        <p:spPr>
          <a:xfrm>
            <a:off x="7162800" y="1524000"/>
            <a:ext cx="1600200" cy="3733800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Database</a:t>
            </a:r>
            <a:endParaRPr lang="en-US" dirty="0"/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4724400" y="3390900"/>
            <a:ext cx="24384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62000" y="2590800"/>
            <a:ext cx="838200" cy="1752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App Server 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62000" y="4724400"/>
            <a:ext cx="838200" cy="1752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 smtClean="0">
                <a:solidFill>
                  <a:srgbClr val="7030A0"/>
                </a:solidFill>
              </a:rPr>
              <a:t>App Server 3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3" name="Snip Single Corner Rectangle 22"/>
          <p:cNvSpPr/>
          <p:nvPr/>
        </p:nvSpPr>
        <p:spPr>
          <a:xfrm>
            <a:off x="2057400" y="5334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Student</a:t>
            </a:r>
            <a:endParaRPr lang="en-US" dirty="0"/>
          </a:p>
        </p:txBody>
      </p:sp>
      <p:sp>
        <p:nvSpPr>
          <p:cNvPr id="26" name="Snip Single Corner Rectangle 25"/>
          <p:cNvSpPr/>
          <p:nvPr/>
        </p:nvSpPr>
        <p:spPr>
          <a:xfrm>
            <a:off x="2057400" y="11430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Admin</a:t>
            </a:r>
            <a:endParaRPr lang="en-US" dirty="0"/>
          </a:p>
        </p:txBody>
      </p:sp>
      <p:sp>
        <p:nvSpPr>
          <p:cNvPr id="27" name="Snip Single Corner Rectangle 26"/>
          <p:cNvSpPr/>
          <p:nvPr/>
        </p:nvSpPr>
        <p:spPr>
          <a:xfrm>
            <a:off x="2057400" y="17526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Cockpit</a:t>
            </a:r>
            <a:endParaRPr lang="en-US" dirty="0"/>
          </a:p>
        </p:txBody>
      </p:sp>
      <p:cxnSp>
        <p:nvCxnSpPr>
          <p:cNvPr id="47" name="Straight Arrow Connector 46"/>
          <p:cNvCxnSpPr>
            <a:stCxn id="23" idx="0"/>
          </p:cNvCxnSpPr>
          <p:nvPr/>
        </p:nvCxnSpPr>
        <p:spPr>
          <a:xfrm>
            <a:off x="3733800" y="7620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3733800" y="13716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733800" y="19812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rot="5400000">
            <a:off x="4114006" y="1370806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Snip Single Corner Rectangle 65"/>
          <p:cNvSpPr/>
          <p:nvPr/>
        </p:nvSpPr>
        <p:spPr>
          <a:xfrm>
            <a:off x="2057400" y="25908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Student</a:t>
            </a:r>
            <a:endParaRPr lang="en-US" dirty="0"/>
          </a:p>
        </p:txBody>
      </p:sp>
      <p:sp>
        <p:nvSpPr>
          <p:cNvPr id="67" name="Snip Single Corner Rectangle 66"/>
          <p:cNvSpPr/>
          <p:nvPr/>
        </p:nvSpPr>
        <p:spPr>
          <a:xfrm>
            <a:off x="2057400" y="32004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Admin</a:t>
            </a:r>
            <a:endParaRPr lang="en-US" dirty="0"/>
          </a:p>
        </p:txBody>
      </p:sp>
      <p:sp>
        <p:nvSpPr>
          <p:cNvPr id="68" name="Snip Single Corner Rectangle 67"/>
          <p:cNvSpPr/>
          <p:nvPr/>
        </p:nvSpPr>
        <p:spPr>
          <a:xfrm>
            <a:off x="2057400" y="38100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Cockpit</a:t>
            </a:r>
            <a:endParaRPr lang="en-US" dirty="0"/>
          </a:p>
        </p:txBody>
      </p:sp>
      <p:cxnSp>
        <p:nvCxnSpPr>
          <p:cNvPr id="69" name="Straight Arrow Connector 68"/>
          <p:cNvCxnSpPr>
            <a:stCxn id="66" idx="0"/>
          </p:cNvCxnSpPr>
          <p:nvPr/>
        </p:nvCxnSpPr>
        <p:spPr>
          <a:xfrm>
            <a:off x="3733800" y="28194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733800" y="34290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3733800" y="40386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rot="5400000">
            <a:off x="4114006" y="3428206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Snip Single Corner Rectangle 72"/>
          <p:cNvSpPr/>
          <p:nvPr/>
        </p:nvSpPr>
        <p:spPr>
          <a:xfrm>
            <a:off x="2057400" y="47244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Student</a:t>
            </a:r>
            <a:endParaRPr lang="en-US" dirty="0"/>
          </a:p>
        </p:txBody>
      </p:sp>
      <p:sp>
        <p:nvSpPr>
          <p:cNvPr id="74" name="Snip Single Corner Rectangle 73"/>
          <p:cNvSpPr/>
          <p:nvPr/>
        </p:nvSpPr>
        <p:spPr>
          <a:xfrm>
            <a:off x="2057400" y="53340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Admin</a:t>
            </a:r>
            <a:endParaRPr lang="en-US" dirty="0"/>
          </a:p>
        </p:txBody>
      </p:sp>
      <p:sp>
        <p:nvSpPr>
          <p:cNvPr id="75" name="Snip Single Corner Rectangle 74"/>
          <p:cNvSpPr/>
          <p:nvPr/>
        </p:nvSpPr>
        <p:spPr>
          <a:xfrm>
            <a:off x="2057400" y="5943600"/>
            <a:ext cx="1676400" cy="457200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Cockpit</a:t>
            </a:r>
            <a:endParaRPr lang="en-US" dirty="0"/>
          </a:p>
        </p:txBody>
      </p:sp>
      <p:cxnSp>
        <p:nvCxnSpPr>
          <p:cNvPr id="76" name="Straight Arrow Connector 75"/>
          <p:cNvCxnSpPr>
            <a:stCxn id="73" idx="0"/>
          </p:cNvCxnSpPr>
          <p:nvPr/>
        </p:nvCxnSpPr>
        <p:spPr>
          <a:xfrm>
            <a:off x="3733800" y="49530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3733800" y="55626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3733800" y="61722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rot="5400000">
            <a:off x="4115594" y="5561806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client us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5334000"/>
            <a:ext cx="838200" cy="1067813"/>
          </a:xfrm>
          <a:prstGeom prst="rect">
            <a:avLst/>
          </a:prstGeom>
          <a:noFill/>
        </p:spPr>
      </p:pic>
      <p:pic>
        <p:nvPicPr>
          <p:cNvPr id="5" name="Picture 2" descr="Image result for client us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57200"/>
            <a:ext cx="838200" cy="1067813"/>
          </a:xfrm>
          <a:prstGeom prst="rect">
            <a:avLst/>
          </a:prstGeom>
          <a:noFill/>
        </p:spPr>
      </p:pic>
      <p:pic>
        <p:nvPicPr>
          <p:cNvPr id="6" name="Picture 2" descr="Image result for client us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76400"/>
            <a:ext cx="838200" cy="1067813"/>
          </a:xfrm>
          <a:prstGeom prst="rect">
            <a:avLst/>
          </a:prstGeom>
          <a:noFill/>
        </p:spPr>
      </p:pic>
      <p:pic>
        <p:nvPicPr>
          <p:cNvPr id="7" name="Picture 2" descr="Image result for client us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895600"/>
            <a:ext cx="838200" cy="1067813"/>
          </a:xfrm>
          <a:prstGeom prst="rect">
            <a:avLst/>
          </a:prstGeom>
          <a:noFill/>
        </p:spPr>
      </p:pic>
      <p:pic>
        <p:nvPicPr>
          <p:cNvPr id="8" name="Picture 2" descr="Image result for client us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114800"/>
            <a:ext cx="838200" cy="1067813"/>
          </a:xfrm>
          <a:prstGeom prst="rect">
            <a:avLst/>
          </a:prstGeom>
          <a:noFill/>
        </p:spPr>
      </p:pic>
      <p:sp>
        <p:nvSpPr>
          <p:cNvPr id="1028" name="AutoShape 4" descr="Image result for load balancer icon"/>
          <p:cNvSpPr>
            <a:spLocks noChangeAspect="1" noChangeArrowheads="1"/>
          </p:cNvSpPr>
          <p:nvPr/>
        </p:nvSpPr>
        <p:spPr bwMode="auto">
          <a:xfrm>
            <a:off x="155575" y="-2011363"/>
            <a:ext cx="5162550" cy="41910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39</Words>
  <Application>Microsoft Office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</dc:creator>
  <cp:lastModifiedBy>a</cp:lastModifiedBy>
  <cp:revision>26</cp:revision>
  <dcterms:created xsi:type="dcterms:W3CDTF">2019-08-18T09:41:56Z</dcterms:created>
  <dcterms:modified xsi:type="dcterms:W3CDTF">2019-08-18T12:43:18Z</dcterms:modified>
</cp:coreProperties>
</file>